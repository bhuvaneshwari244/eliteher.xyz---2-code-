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18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55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753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87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99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36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89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17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72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07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29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0B3F8-194B-49D7-93B5-90EF9012966B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9A853A1-72BC-4351-9019-9D97C61F58D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23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BEBC-5CAF-2ABF-2819-F1A764517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Aura: Smart Period Tracking &amp; PCOD Risk 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0C91A-2BDA-A077-25A2-F84070EFA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Empowering women with data-driven health insights.</a:t>
            </a:r>
          </a:p>
          <a:p>
            <a:r>
              <a:rPr lang="en-US" dirty="0"/>
              <a:t>Elite Her Hackathon | Round 2 Idea Submission | Professionals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34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8BCE-56AC-FA98-4F22-B876A5A2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11D6E-30CC-D789-3AA1-5303B5215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Silent Struggle with Irregularity</a:t>
            </a:r>
          </a:p>
          <a:p>
            <a:r>
              <a:rPr lang="en-US" dirty="0"/>
              <a:t>Millions of women experience highly irregular periods but lack the tools to track abstract patterns.</a:t>
            </a:r>
          </a:p>
          <a:p>
            <a:r>
              <a:rPr lang="en-US" dirty="0"/>
              <a:t>Early signs of Polycystic Ovary Disorder (PCOD) are frequently missed or ignored.</a:t>
            </a:r>
          </a:p>
          <a:p>
            <a:r>
              <a:rPr lang="en-US" dirty="0"/>
              <a:t>The delay in diagnosis often leads to long-term health complications, from metabolic syndrome to fertility issues.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93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B03E-D90D-AFBE-73F7-DAF656BC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Current 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D8F21-5B88-FD37-325A-94EB78F25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Why Existing Apps Fail</a:t>
            </a:r>
          </a:p>
          <a:p>
            <a:r>
              <a:rPr lang="en-US" b="1" dirty="0"/>
              <a:t>Rigid Algorithms:</a:t>
            </a:r>
            <a:r>
              <a:rPr lang="en-US" dirty="0"/>
              <a:t> Built for the "perfect 28-day cycle." They fail entirely when users have unpredictable or highly irregular patterns.</a:t>
            </a:r>
          </a:p>
          <a:p>
            <a:r>
              <a:rPr lang="en-US" b="1" dirty="0"/>
              <a:t>Narrow Focus:</a:t>
            </a:r>
            <a:r>
              <a:rPr lang="en-US" dirty="0"/>
              <a:t> They track dates, but ignore critical holistic symptoms (weight fluctuations, acne, unusual hair growth, mood).</a:t>
            </a:r>
          </a:p>
          <a:p>
            <a:r>
              <a:rPr lang="en-US" b="1" dirty="0"/>
              <a:t>Lack of Actionable Insight:</a:t>
            </a:r>
            <a:r>
              <a:rPr lang="en-US" dirty="0"/>
              <a:t> They display data but offer no early-warning detection for disorders like PCOD.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47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F30F-D1F1-C7CD-FA8A-18D1A2C0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Our Proposed Solution: 'Aura’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7017-996D-69F0-DE7E-989E1669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Introducing Aura</a:t>
            </a:r>
          </a:p>
          <a:p>
            <a:r>
              <a:rPr lang="en-US" b="1" dirty="0"/>
              <a:t>What it is:</a:t>
            </a:r>
            <a:r>
              <a:rPr lang="en-US" dirty="0"/>
              <a:t> A dynamic health dashboard and early-warning system.</a:t>
            </a:r>
          </a:p>
          <a:p>
            <a:r>
              <a:rPr lang="en-US" b="1" dirty="0"/>
              <a:t>The Mission:</a:t>
            </a:r>
            <a:r>
              <a:rPr lang="en-US" dirty="0"/>
              <a:t> Transitioning women's health from reactive tracking to proactive insight.</a:t>
            </a:r>
          </a:p>
          <a:p>
            <a:r>
              <a:rPr lang="en-US" b="1" dirty="0"/>
              <a:t>Core Value:</a:t>
            </a:r>
            <a:r>
              <a:rPr lang="en-US" dirty="0"/>
              <a:t> Seamless symptom logging combined with an intelligent algorithm that identifies PCOD risk markers early.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88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34C5-57EF-B71E-C8AC-2707BC4F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067A-AAB2-F072-3FE1-ABBCD0249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How Aura Works</a:t>
            </a:r>
          </a:p>
          <a:p>
            <a:r>
              <a:rPr lang="en-US" b="1" dirty="0"/>
              <a:t>Dynamic Interactive Calendar:</a:t>
            </a:r>
            <a:r>
              <a:rPr lang="en-US" dirty="0"/>
              <a:t> Log multi-variable symptoms beyond just flow (e.g., specific pain types, weight changes, skin health).</a:t>
            </a:r>
          </a:p>
          <a:p>
            <a:r>
              <a:rPr lang="en-US" b="1" dirty="0"/>
              <a:t>PCOD Risk Analyzer:</a:t>
            </a:r>
            <a:r>
              <a:rPr lang="en-US" dirty="0"/>
              <a:t> A dedicated dashboard panel displaying a calculated 'Risk Level' (Low, Moderate, High) based on user history.</a:t>
            </a:r>
          </a:p>
          <a:p>
            <a:r>
              <a:rPr lang="en-US" b="1" dirty="0"/>
              <a:t>Tailored Wellness Advisory:</a:t>
            </a:r>
            <a:r>
              <a:rPr lang="en-US" dirty="0"/>
              <a:t> Generates personalized health tips and suggests when it is time to consult a doctor based on the user's analyzed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59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C815-BDCD-3673-3A15-6C605CA11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The Prediction Engine (The Tech)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48AB7-460E-2E70-BB99-D2F6E2DB4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Brain Behind the Dashboard</a:t>
            </a:r>
          </a:p>
          <a:p>
            <a:r>
              <a:rPr lang="en-US" b="1" dirty="0"/>
              <a:t>Symptom Weighting:</a:t>
            </a:r>
            <a:r>
              <a:rPr lang="en-US" dirty="0"/>
              <a:t> The system assigns point values to critical PCOD indicators (e.g., Cycle Gap &gt; 35 days + Unexplained Weight Gain = Higher Risk Marker).</a:t>
            </a:r>
          </a:p>
          <a:p>
            <a:r>
              <a:rPr lang="en-US" b="1" dirty="0"/>
              <a:t>Pattern Recognition:</a:t>
            </a:r>
            <a:r>
              <a:rPr lang="en-US" dirty="0"/>
              <a:t> Evaluates the last 3-6 months of data, not just the single previous cycle.</a:t>
            </a:r>
          </a:p>
          <a:p>
            <a:r>
              <a:rPr lang="en-US" b="1" dirty="0"/>
              <a:t>Privacy First:</a:t>
            </a:r>
            <a:r>
              <a:rPr lang="en-US" dirty="0"/>
              <a:t> All early-analysis processing happens securely on the user's device.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16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D34F-D175-6BC2-48FF-2CD90200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UI/UX &amp; Design Philosophy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D4E13-EF31-4C2C-C46D-F8CDBA594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Designing for Empathy and Comfort</a:t>
            </a:r>
          </a:p>
          <a:p>
            <a:r>
              <a:rPr lang="en-US" b="1" dirty="0"/>
              <a:t>Aesthetics:</a:t>
            </a:r>
            <a:r>
              <a:rPr lang="en-US" dirty="0"/>
              <a:t> Premium </a:t>
            </a:r>
            <a:r>
              <a:rPr lang="en-US" dirty="0" err="1"/>
              <a:t>glassmorphism</a:t>
            </a:r>
            <a:r>
              <a:rPr lang="en-US" dirty="0"/>
              <a:t> UI with soft, calming gradients (removing the clinical, stressful feel of medical apps).</a:t>
            </a:r>
          </a:p>
          <a:p>
            <a:r>
              <a:rPr lang="en-US" b="1" dirty="0"/>
              <a:t>Frictionless UX:</a:t>
            </a:r>
            <a:r>
              <a:rPr lang="en-US" dirty="0"/>
              <a:t> Single-click symptom logging to encourage daily use, even when the user is experiencing pain or fatigue.</a:t>
            </a:r>
          </a:p>
          <a:p>
            <a:r>
              <a:rPr lang="en-US" b="1" dirty="0"/>
              <a:t>Accessibility:</a:t>
            </a:r>
            <a:r>
              <a:rPr lang="en-US" dirty="0"/>
              <a:t> Clear data visualizations (charts/graphs) that simplify complex health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053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56B4-472A-376F-F1C3-397215BB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Basic Execution Plan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EDAF-F7ED-4E64-9E49-9D7B51766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How We Build It (Execution Plan)</a:t>
            </a:r>
          </a:p>
          <a:p>
            <a:r>
              <a:rPr lang="en-US" b="1" dirty="0"/>
              <a:t>Phase 1: Foundation (Hours 1-10):</a:t>
            </a:r>
            <a:r>
              <a:rPr lang="en-US" dirty="0"/>
              <a:t> Setup Vanilla Web Architecture (HTML/CSS/JS) &amp; build the core </a:t>
            </a:r>
            <a:r>
              <a:rPr lang="en-US" dirty="0" err="1"/>
              <a:t>glassmorphism</a:t>
            </a:r>
            <a:r>
              <a:rPr lang="en-US" dirty="0"/>
              <a:t> design system.</a:t>
            </a:r>
          </a:p>
          <a:p>
            <a:r>
              <a:rPr lang="en-US" b="1" dirty="0"/>
              <a:t>Phase 2: Logic (Hours 10-24):</a:t>
            </a:r>
            <a:r>
              <a:rPr lang="en-US" dirty="0"/>
              <a:t> Develop the interactive calendar state in JS and program the simulated PCOD prediction algorithm.</a:t>
            </a:r>
          </a:p>
          <a:p>
            <a:r>
              <a:rPr lang="en-US" b="1" dirty="0"/>
              <a:t>Phase 3: Integration (Hours 24-32):</a:t>
            </a:r>
            <a:r>
              <a:rPr lang="en-US" dirty="0"/>
              <a:t> Connect the UI to the prediction engine and populate it with mock 3-month user data for the demo.</a:t>
            </a:r>
          </a:p>
          <a:p>
            <a:r>
              <a:rPr lang="en-US" b="1" dirty="0"/>
              <a:t>Phase 4: Polish (Hours 32-36):</a:t>
            </a:r>
            <a:r>
              <a:rPr lang="en-US" dirty="0"/>
              <a:t> Final bug fixing, animation refinement, and stress-testing the responsive design.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621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988C-301B-4A17-8AF9-31026EAB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Impact &amp;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6D3FA-B89B-31A6-4A5C-C1717A1A8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Vision Forward</a:t>
            </a:r>
          </a:p>
          <a:p>
            <a:r>
              <a:rPr lang="en-US" b="1" dirty="0"/>
              <a:t>Immediate Impact:</a:t>
            </a:r>
            <a:r>
              <a:rPr lang="en-US" dirty="0"/>
              <a:t> Empowering thousands of women to take their data to a doctor, reducing diagnosis times from years to months.</a:t>
            </a:r>
          </a:p>
          <a:p>
            <a:r>
              <a:rPr lang="en-US" b="1" dirty="0"/>
              <a:t>Future Scope:</a:t>
            </a:r>
            <a:endParaRPr lang="en-US" dirty="0"/>
          </a:p>
          <a:p>
            <a:pPr lvl="1"/>
            <a:r>
              <a:rPr lang="en-US" dirty="0"/>
              <a:t>Integration with real ML/Python backends (Scikit-Learn).</a:t>
            </a:r>
          </a:p>
          <a:p>
            <a:pPr lvl="1"/>
            <a:r>
              <a:rPr lang="en-US" dirty="0"/>
              <a:t>Wearable integration (smartwatches for temperature tracking).</a:t>
            </a:r>
          </a:p>
          <a:p>
            <a:pPr lvl="1"/>
            <a:r>
              <a:rPr lang="en-US" dirty="0"/>
              <a:t>Community support forums for safe discussions.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21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72AD-B60D-411F-7562-72325D7C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606"/>
            <a:ext cx="10515600" cy="4967878"/>
          </a:xfrm>
        </p:spPr>
        <p:txBody>
          <a:bodyPr>
            <a:normAutofit/>
          </a:bodyPr>
          <a:lstStyle/>
          <a:p>
            <a:r>
              <a:rPr lang="en-IN" sz="9600" dirty="0"/>
              <a:t>Thank You!</a:t>
            </a:r>
            <a:br>
              <a:rPr lang="en-IN" dirty="0"/>
            </a:br>
            <a:r>
              <a:rPr lang="en-US" i="1" dirty="0"/>
              <a:t>"Empowering women technologists to innovate, create, and lead the future."</a:t>
            </a:r>
            <a:br>
              <a:rPr lang="en-US" dirty="0"/>
            </a:br>
            <a:r>
              <a:rPr lang="en-US" b="1" dirty="0"/>
              <a:t>Team:</a:t>
            </a:r>
            <a:r>
              <a:rPr lang="en-US" dirty="0"/>
              <a:t> Professionals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5334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622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Aura: Smart Period Tracking &amp; PCOD Risk Prediction System</vt:lpstr>
      <vt:lpstr>The Problem Statement</vt:lpstr>
      <vt:lpstr>Current Limitations</vt:lpstr>
      <vt:lpstr>Our Proposed Solution: 'Aura’</vt:lpstr>
      <vt:lpstr>Key Features</vt:lpstr>
      <vt:lpstr> The Prediction Engine (The Tech)</vt:lpstr>
      <vt:lpstr>UI/UX &amp; Design Philosophy</vt:lpstr>
      <vt:lpstr> Basic Execution Plan</vt:lpstr>
      <vt:lpstr>Impact &amp; Future Scope</vt:lpstr>
      <vt:lpstr>Thank You! "Empowering women technologists to innovate, create, and lead the future." Team: Professionals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Bhuvaneshwari Rebba</dc:creator>
  <cp:lastModifiedBy>Bhuvaneshwari Rebba</cp:lastModifiedBy>
  <cp:revision>1</cp:revision>
  <dcterms:created xsi:type="dcterms:W3CDTF">2026-03-30T15:50:44Z</dcterms:created>
  <dcterms:modified xsi:type="dcterms:W3CDTF">2026-03-30T15:51:46Z</dcterms:modified>
</cp:coreProperties>
</file>